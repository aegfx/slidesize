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438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50720" y="685800"/>
            <a:ext cx="20482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Wide blend 32x9, slide 1</a:t>
            </a:r>
          </a:p>
        </p:txBody>
      </p:sp>
      <p:sp>
        <p:nvSpPr>
          <p:cNvPr id="3" name="Oval 2"/>
          <p:cNvSpPr/>
          <p:nvPr/>
        </p:nvSpPr>
        <p:spPr>
          <a:xfrm>
            <a:off x="2438400" y="2743200"/>
            <a:ext cx="7315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411200" y="2743200"/>
            <a:ext cx="8534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50720" y="685800"/>
            <a:ext cx="20482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Wide blend 32x9, slide 2</a:t>
            </a:r>
          </a:p>
        </p:txBody>
      </p:sp>
      <p:sp>
        <p:nvSpPr>
          <p:cNvPr id="3" name="Oval 2"/>
          <p:cNvSpPr/>
          <p:nvPr/>
        </p:nvSpPr>
        <p:spPr>
          <a:xfrm>
            <a:off x="2438400" y="2743200"/>
            <a:ext cx="7315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411200" y="2743200"/>
            <a:ext cx="8534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