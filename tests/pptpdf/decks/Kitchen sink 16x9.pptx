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 from stage left. Pause for the sting. Introduce the first speaker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lidesize.com/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https://example.invalid/logo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solidFill>
                  <a:srgbClr val="141414"/>
                </a:solidFill>
                <a:latin typeface="Gotham Light"/>
              </a:rPr>
              <a:t>Annual Conference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414"/>
                </a:solidFill>
                <a:latin typeface="Montserrat"/>
              </a:rPr>
              <a:t>Opening 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41414"/>
                </a:solidFill>
                <a:latin typeface="Carlito"/>
              </a:rPr>
              <a:t>Body text in an everyday font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1414"/>
                </a:solidFill>
                <a:latin typeface="Gotham Light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41414"/>
                </a:solidFill>
                <a:latin typeface="Carlito"/>
              </a:rPr>
              <a:t>Welcome
Keynote
Panel
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41414"/>
                </a:solidFill>
                <a:latin typeface="Carlito"/>
                <a:hlinkClick r:id="rId2"/>
              </a:rPr>
              <a:t>slidesize.com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141414"/>
                </a:solidFill>
                <a:latin typeface="Carlito"/>
              </a:rPr>
              <a:t>Backup slide,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41414"/>
                </a:solidFill>
                <a:latin typeface="Carlito"/>
              </a:rPr>
              <a:t>Opening film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15544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41414"/>
                </a:solidFill>
                <a:latin typeface="Carlito"/>
              </a:rPr>
              <a:t>Sting</a:t>
            </a:r>
          </a:p>
        </p:txBody>
      </p:sp>
      <p:pic>
        <p:nvPicPr>
          <p:cNvPr id="3" name="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155448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41414"/>
                </a:solidFill>
                <a:latin typeface="Carlito"/>
              </a:rPr>
              <a:t>Before and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5486400" cy="3200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5486400" cy="3200400"/>
          </a:xfrm>
          <a:prstGeom prst="roundRect">
            <a:avLst/>
          </a:prstGeom>
          <a:solidFill>
            <a:srgbClr val="C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presetID="1" presetClass="exit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0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112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41414"/>
                </a:solidFill>
                <a:latin typeface="Carlito"/>
              </a:rPr>
              <a:t>Graphics</a:t>
            </a:r>
          </a:p>
        </p:txBody>
      </p:sp>
      <p:pic>
        <p:nvPicPr>
          <p:cNvPr id="3" name="Picture 2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657600"/>
          </a:xfrm>
          <a:prstGeom prst="rect">
            <a:avLst/>
          </a:prstGeom>
        </p:spPr>
      </p:pic>
      <p:sp>
        <p:nvSpPr>
          <p:cNvPr id="4" name="5-Point Star 3"/>
          <p:cNvSpPr/>
          <p:nvPr/>
        </p:nvSpPr>
        <p:spPr>
          <a:xfrm>
            <a:off x="6766560" y="1371600"/>
            <a:ext cx="2103120" cy="1737360"/>
          </a:xfrm>
          <a:prstGeom prst="star5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 rot="420000">
            <a:off x="9235440" y="1371600"/>
            <a:ext cx="2103120" cy="1737360"/>
          </a:xfrm>
          <a:prstGeom prst="chevron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89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 rot="840000">
            <a:off x="6766560" y="3383280"/>
            <a:ext cx="2103120" cy="1737360"/>
          </a:xfrm>
          <a:prstGeom prst="cloud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62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 rot="1260000">
            <a:off x="9235440" y="3383280"/>
            <a:ext cx="2103120" cy="1737360"/>
          </a:xfrm>
          <a:prstGeom prst="donu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35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to.jpg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731520" y="5303520"/>
            <a:ext cx="164592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