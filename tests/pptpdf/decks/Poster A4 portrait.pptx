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4799" y="1069200"/>
            <a:ext cx="6350399" cy="21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>
                <a:solidFill>
                  <a:srgbClr val="141414"/>
                </a:solidFill>
                <a:latin typeface="Carlito"/>
              </a:rPr>
              <a:t>Poster A4 portrait, slide 1</a:t>
            </a:r>
          </a:p>
        </p:txBody>
      </p:sp>
      <p:sp>
        <p:nvSpPr>
          <p:cNvPr id="3" name="Oval 2"/>
          <p:cNvSpPr/>
          <p:nvPr/>
        </p:nvSpPr>
        <p:spPr>
          <a:xfrm>
            <a:off x="756000" y="4276800"/>
            <a:ext cx="2267999" cy="4811400"/>
          </a:xfrm>
          <a:prstGeom prst="ellipse">
            <a:avLst/>
          </a:prstGeom>
          <a:solidFill>
            <a:srgbClr val="1FB6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58000" y="4276800"/>
            <a:ext cx="2645999" cy="4811400"/>
          </a:xfrm>
          <a:prstGeom prst="rect">
            <a:avLst/>
          </a:prstGeom>
          <a:solidFill>
            <a:srgbClr val="E730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4799" y="1069200"/>
            <a:ext cx="6350399" cy="21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>
                <a:solidFill>
                  <a:srgbClr val="141414"/>
                </a:solidFill>
                <a:latin typeface="Carlito"/>
              </a:rPr>
              <a:t>Poster A4 portrait, slide 2</a:t>
            </a:r>
          </a:p>
        </p:txBody>
      </p:sp>
      <p:sp>
        <p:nvSpPr>
          <p:cNvPr id="3" name="Oval 2"/>
          <p:cNvSpPr/>
          <p:nvPr/>
        </p:nvSpPr>
        <p:spPr>
          <a:xfrm>
            <a:off x="756000" y="4276800"/>
            <a:ext cx="2267999" cy="4811400"/>
          </a:xfrm>
          <a:prstGeom prst="ellipse">
            <a:avLst/>
          </a:prstGeom>
          <a:solidFill>
            <a:srgbClr val="1FB6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58000" y="4276800"/>
            <a:ext cx="2645999" cy="4811400"/>
          </a:xfrm>
          <a:prstGeom prst="rect">
            <a:avLst/>
          </a:prstGeom>
          <a:solidFill>
            <a:srgbClr val="E730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