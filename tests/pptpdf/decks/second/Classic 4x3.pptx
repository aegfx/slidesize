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second/Classic 4x3, slide 1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743200"/>
            <a:ext cx="2743200" cy="30861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3200400" cy="30861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